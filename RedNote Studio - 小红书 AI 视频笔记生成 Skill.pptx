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7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8128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8128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5494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11430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REDNOTE STUDIO</a:t>
            </a:r>
            <a:endParaRPr lang="en-US" sz="7200" dirty="0"/>
          </a:p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视频笔记生成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70000" y="5461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小红书 AI 视频笔记生成 Skill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70000" y="6350000"/>
            <a:ext cx="1143000" cy="279400"/>
          </a:xfrm>
          <a:custGeom>
            <a:avLst/>
            <a:gdLst/>
            <a:ahLst/>
            <a:cxnLst/>
            <a:rect l="l" t="t" r="r" b="b"/>
            <a:pathLst>
              <a:path w="1143000" h="279400">
                <a:moveTo>
                  <a:pt x="1122015" y="152033"/>
                </a:moveTo>
                <a:cubicBezTo>
                  <a:pt x="1149921" y="145212"/>
                  <a:pt x="1149921" y="134134"/>
                  <a:pt x="1122015" y="127313"/>
                </a:cubicBezTo>
                <a:lnTo>
                  <a:pt x="764828" y="40000"/>
                </a:lnTo>
                <a:cubicBezTo>
                  <a:pt x="736922" y="33179"/>
                  <a:pt x="691604" y="33179"/>
                  <a:pt x="663699" y="40000"/>
                </a:cubicBezTo>
                <a:cubicBezTo>
                  <a:pt x="635794" y="46821"/>
                  <a:pt x="635794" y="57899"/>
                  <a:pt x="663699" y="64720"/>
                </a:cubicBezTo>
                <a:lnTo>
                  <a:pt x="898996" y="122238"/>
                </a:lnTo>
                <a:lnTo>
                  <a:pt x="71438" y="122238"/>
                </a:lnTo>
                <a:cubicBezTo>
                  <a:pt x="31924" y="122238"/>
                  <a:pt x="0" y="130041"/>
                  <a:pt x="0" y="139700"/>
                </a:cubicBezTo>
                <a:cubicBezTo>
                  <a:pt x="0" y="149359"/>
                  <a:pt x="31924" y="157163"/>
                  <a:pt x="71438" y="157163"/>
                </a:cubicBezTo>
                <a:lnTo>
                  <a:pt x="898996" y="157163"/>
                </a:lnTo>
                <a:lnTo>
                  <a:pt x="663699" y="214680"/>
                </a:lnTo>
                <a:cubicBezTo>
                  <a:pt x="635794" y="221501"/>
                  <a:pt x="635794" y="232579"/>
                  <a:pt x="663699" y="239400"/>
                </a:cubicBezTo>
                <a:cubicBezTo>
                  <a:pt x="691604" y="246221"/>
                  <a:pt x="736922" y="246221"/>
                  <a:pt x="764828" y="239400"/>
                </a:cubicBezTo>
                <a:lnTo>
                  <a:pt x="1122015" y="152087"/>
                </a:lnTo>
                <a:close/>
              </a:path>
            </a:pathLst>
          </a:custGeom>
          <a:solidFill>
            <a:srgbClr val="1A1A1A"/>
          </a:solidFill>
          <a:ln/>
        </p:spPr>
      </p:sp>
      <p:pic>
        <p:nvPicPr>
          <p:cNvPr id="8" name="Image 0" descr="https://kimi-img.moonshot.cn/pub/slides/okc/oe6njrx6atvzi/mnt/agents/output/redskill-pitchflow/images/10__Top_AI_Video_Generators_The_Fu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6223000"/>
            <a:ext cx="6604000" cy="24384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7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9050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创作者的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痛点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内容创作耗时费力，难以规模化生产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70000" y="63754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>
                <a:moveTo>
                  <a:pt x="1246684" y="193496"/>
                </a:moveTo>
                <a:cubicBezTo>
                  <a:pt x="1277689" y="184815"/>
                  <a:pt x="1277689" y="170716"/>
                  <a:pt x="1246684" y="162034"/>
                </a:cubicBezTo>
                <a:lnTo>
                  <a:pt x="849809" y="50909"/>
                </a:lnTo>
                <a:cubicBezTo>
                  <a:pt x="818803" y="42228"/>
                  <a:pt x="768449" y="42228"/>
                  <a:pt x="737443" y="50909"/>
                </a:cubicBezTo>
                <a:cubicBezTo>
                  <a:pt x="706438" y="59591"/>
                  <a:pt x="706438" y="73690"/>
                  <a:pt x="737443" y="82371"/>
                </a:cubicBezTo>
                <a:lnTo>
                  <a:pt x="998885" y="155575"/>
                </a:lnTo>
                <a:lnTo>
                  <a:pt x="79375" y="155575"/>
                </a:lnTo>
                <a:cubicBezTo>
                  <a:pt x="35471" y="155575"/>
                  <a:pt x="0" y="165507"/>
                  <a:pt x="0" y="177800"/>
                </a:cubicBezTo>
                <a:cubicBezTo>
                  <a:pt x="0" y="190093"/>
                  <a:pt x="35471" y="200025"/>
                  <a:pt x="79375" y="200025"/>
                </a:cubicBezTo>
                <a:lnTo>
                  <a:pt x="998885" y="200025"/>
                </a:lnTo>
                <a:lnTo>
                  <a:pt x="737443" y="273229"/>
                </a:lnTo>
                <a:cubicBezTo>
                  <a:pt x="706437" y="281910"/>
                  <a:pt x="706437" y="296009"/>
                  <a:pt x="737443" y="304691"/>
                </a:cubicBezTo>
                <a:cubicBezTo>
                  <a:pt x="768449" y="313373"/>
                  <a:pt x="818803" y="313373"/>
                  <a:pt x="849809" y="304691"/>
                </a:cubicBezTo>
                <a:lnTo>
                  <a:pt x="1246684" y="193566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0" y="2540000"/>
            <a:ext cx="584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写稿、配音、剪辑太耗时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小红书需要大量短视频笔记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每个环节都消耗大量时间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现有资料难以快速复用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已有 PPT、讲义、产品资料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却无法高效转化为视频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90000" y="6223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矩阵运营缺乏批量能力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多账号运营需要稳定、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可批量复制的视频生产能力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https://kimi-img.moonshot.cn/pub/slides/okc/oe6njrx6atvzi/mnt/agents/output/redskill-pitchflow/images/4_Why_AI_video_generators_are_revolutioniz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0" y="1473200"/>
            <a:ext cx="5969000" cy="718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0" y="14732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一键生成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PPT → 视频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128000" y="3937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上传 PPTX，Agent 自动完成全流程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28000" y="45466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8128000" y="46990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智能内容提取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28000" y="51308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自动提取 PPT 标题与核心要点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28000" y="56134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8128000" y="57658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自然中文讲稿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28000" y="61976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自动生成讲稿，支持自定义脚本编辑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28000" y="66802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8128000" y="6832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神经语音合成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128000" y="72644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edge-tts 合成中文女声/男声语音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28000" y="77470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8128000" y="78994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高清视频输出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28000" y="83312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ffmpeg 输出 1080P MP4，自带同步字幕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https://kimi-img.moonshot.cn/pub/slides/okc/oe6njrx6atvzi/mnt/agents/output/redskill-pitchflow/images/1_What_Is_Xiaohongshu_Red_Note_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0" y="1473200"/>
            <a:ext cx="6604000" cy="718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90000" y="14732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专为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小红书优化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890000" y="4064000"/>
            <a:ext cx="584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5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多格式输出</a:t>
            </a:r>
            <a:pPr algn="l">
              <a:lnSpc>
                <a:spcPct val="165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：1080P 横版视频，可裁剪为 3:4 / 9:16 竖版</a:t>
            </a:r>
            <a:endParaRPr lang="en-US" sz="2000" dirty="0"/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自动封面生成</a:t>
            </a:r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：1080×1440 小红书封面海报</a:t>
            </a:r>
            <a:endParaRPr lang="en-US" sz="2000" dirty="0"/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字幕与元数据</a:t>
            </a:r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：导出 SRT 字幕，结构化 metadata 便于管理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890000" y="7366000"/>
            <a:ext cx="5842000" cy="635000"/>
          </a:xfrm>
          <a:prstGeom prst="rect">
            <a:avLst/>
          </a:prstGeom>
          <a:solidFill>
            <a:srgbClr val="3B7958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093200" y="74168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覆盖小红书全场景视频需求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1524000"/>
            <a:ext cx="965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三大应用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场景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524000" y="45720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知识博主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000" y="51054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把课件、大纲等知识资料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批量转成口播短视频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让知识传播更高效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0000" y="45720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品牌种草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50000" y="5105400"/>
            <a:ext cx="4191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产品资料一键生成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带货解说视频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加速品牌内容营销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76000" y="45720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教育机构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76000" y="5105400"/>
            <a:ext cx="355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讲义变成学生可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反复观看的短视频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提升教学效果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7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9050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为什么是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Skill？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不只是工具，而是可嵌入工作流的智能体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70000" y="63754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>
                <a:moveTo>
                  <a:pt x="1246684" y="193496"/>
                </a:moveTo>
                <a:cubicBezTo>
                  <a:pt x="1277689" y="184815"/>
                  <a:pt x="1277689" y="170716"/>
                  <a:pt x="1246684" y="162034"/>
                </a:cubicBezTo>
                <a:lnTo>
                  <a:pt x="849809" y="50909"/>
                </a:lnTo>
                <a:cubicBezTo>
                  <a:pt x="818803" y="42228"/>
                  <a:pt x="768449" y="42228"/>
                  <a:pt x="737443" y="50909"/>
                </a:cubicBezTo>
                <a:cubicBezTo>
                  <a:pt x="706438" y="59591"/>
                  <a:pt x="706438" y="73690"/>
                  <a:pt x="737443" y="82371"/>
                </a:cubicBezTo>
                <a:lnTo>
                  <a:pt x="998885" y="155575"/>
                </a:lnTo>
                <a:lnTo>
                  <a:pt x="79375" y="155575"/>
                </a:lnTo>
                <a:cubicBezTo>
                  <a:pt x="35471" y="155575"/>
                  <a:pt x="0" y="165507"/>
                  <a:pt x="0" y="177800"/>
                </a:cubicBezTo>
                <a:cubicBezTo>
                  <a:pt x="0" y="190093"/>
                  <a:pt x="35471" y="200025"/>
                  <a:pt x="79375" y="200025"/>
                </a:cubicBezTo>
                <a:lnTo>
                  <a:pt x="998885" y="200025"/>
                </a:lnTo>
                <a:lnTo>
                  <a:pt x="737443" y="273229"/>
                </a:lnTo>
                <a:cubicBezTo>
                  <a:pt x="706437" y="281910"/>
                  <a:pt x="706437" y="296009"/>
                  <a:pt x="737443" y="304691"/>
                </a:cubicBezTo>
                <a:cubicBezTo>
                  <a:pt x="768449" y="313373"/>
                  <a:pt x="818803" y="313373"/>
                  <a:pt x="849809" y="304691"/>
                </a:cubicBezTo>
                <a:lnTo>
                  <a:pt x="1246684" y="193566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0" y="2286000"/>
            <a:ext cx="584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传统剪辑软件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人工写稿、配音、剪辑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学习成本高，流程繁琐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 Studio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上传 PPTX 即可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自动完成全流程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890000" y="6096000"/>
            <a:ext cx="584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化设计</a:t>
            </a:r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：可嵌入任何内容工作流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批量生产能力</a:t>
            </a:r>
            <a:pPr algn="l">
              <a:lnSpc>
                <a:spcPct val="18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：适合矩阵号运营，稳定高效输出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0" descr="https://kimi-img.moonshot.cn/pub/slides/okc/oe6njrx6atvzi/mnt/agents/output/redskill-pitchflow/images/6_Content_studio_Images_Free_Downlo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0" y="1473200"/>
            <a:ext cx="5969000" cy="718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0" y="14732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未来展望</a:t>
            </a:r>
            <a:endParaRPr lang="en-US" sz="5600" dirty="0"/>
          </a:p>
          <a:p>
            <a:pPr algn="l">
              <a:lnSpc>
                <a:spcPct val="110000"/>
              </a:lnSpc>
            </a:pPr>
            <a:r>
              <a:rPr lang="en-US" sz="5600" b="1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内容生产 Agent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128000" y="3937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从单一工具到全链路内容自动化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28000" y="45466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8128000" y="46990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智能内容策划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28000" y="51308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接收选题、链接或文档，自动生成脚本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28000" y="56134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8128000" y="57658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多音色多风格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128000" y="61976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调用 RedNote Studio 生成多样化视频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28000" y="66802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8128000" y="68326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自动发布辅助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128000" y="72644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导出封面、字幕和发布文案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28000" y="7747000"/>
            <a:ext cx="6604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8128000" y="789940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3B795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平台对接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28000" y="8331200"/>
            <a:ext cx="660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对接小红书、抖音、B 站等内容平台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79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RedNote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1430000" y="355600"/>
            <a:ext cx="330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Video</a:t>
            </a:r>
            <a:endParaRPr lang="en-US" sz="1400" dirty="0"/>
          </a:p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24000" y="1117600"/>
            <a:ext cx="13208000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032000"/>
            <a:ext cx="7620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72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参赛宣言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1270000" cy="355600"/>
          </a:xfrm>
          <a:custGeom>
            <a:avLst/>
            <a:gdLst/>
            <a:ahLst/>
            <a:cxnLst/>
            <a:rect l="l" t="t" r="r" b="b"/>
            <a:pathLst>
              <a:path w="1270000" h="355600">
                <a:moveTo>
                  <a:pt x="1246684" y="193496"/>
                </a:moveTo>
                <a:cubicBezTo>
                  <a:pt x="1277689" y="184815"/>
                  <a:pt x="1277689" y="170716"/>
                  <a:pt x="1246684" y="162034"/>
                </a:cubicBezTo>
                <a:lnTo>
                  <a:pt x="849809" y="50909"/>
                </a:lnTo>
                <a:cubicBezTo>
                  <a:pt x="818803" y="42228"/>
                  <a:pt x="768449" y="42228"/>
                  <a:pt x="737443" y="50909"/>
                </a:cubicBezTo>
                <a:cubicBezTo>
                  <a:pt x="706438" y="59591"/>
                  <a:pt x="706438" y="73690"/>
                  <a:pt x="737443" y="82371"/>
                </a:cubicBezTo>
                <a:lnTo>
                  <a:pt x="998885" y="155575"/>
                </a:lnTo>
                <a:lnTo>
                  <a:pt x="79375" y="155575"/>
                </a:lnTo>
                <a:cubicBezTo>
                  <a:pt x="35471" y="155575"/>
                  <a:pt x="0" y="165507"/>
                  <a:pt x="0" y="177800"/>
                </a:cubicBezTo>
                <a:cubicBezTo>
                  <a:pt x="0" y="190093"/>
                  <a:pt x="35471" y="200025"/>
                  <a:pt x="79375" y="200025"/>
                </a:cubicBezTo>
                <a:lnTo>
                  <a:pt x="998885" y="200025"/>
                </a:lnTo>
                <a:lnTo>
                  <a:pt x="737443" y="273229"/>
                </a:lnTo>
                <a:cubicBezTo>
                  <a:pt x="706437" y="281910"/>
                  <a:pt x="706437" y="296009"/>
                  <a:pt x="737443" y="304691"/>
                </a:cubicBezTo>
                <a:cubicBezTo>
                  <a:pt x="768449" y="313373"/>
                  <a:pt x="818803" y="313373"/>
                  <a:pt x="849809" y="304691"/>
                </a:cubicBezTo>
                <a:lnTo>
                  <a:pt x="1246684" y="193566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5969000"/>
            <a:ext cx="762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一个真实可运行的 AI 视频笔记生成 Skill</a:t>
            </a:r>
            <a:endParaRPr lang="en-US" sz="2000" dirty="0"/>
          </a:p>
          <a:p>
            <a:pPr algn="l">
              <a:lnSpc>
                <a:spcPct val="18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端到端：PPT 解析 → 中文讲稿 → 语音 → 视频 → 封面</a:t>
            </a:r>
            <a:endParaRPr lang="en-US" sz="2000" dirty="0"/>
          </a:p>
          <a:p>
            <a:pPr algn="l">
              <a:lnSpc>
                <a:spcPct val="18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让每一份内容资料，都能被听见、被看见、被传播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8128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A1A1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RedNote Studio：人人都是小红书视频创作者</a:t>
            </a:r>
            <a:endParaRPr lang="en-US" sz="2200" dirty="0"/>
          </a:p>
        </p:txBody>
      </p:sp>
      <p:pic>
        <p:nvPicPr>
          <p:cNvPr id="9" name="Image 0" descr="https://kimi-img.moonshot.cn/pub/slides/okc/oe6njrx6atvzi/mnt/agents/output/redskill-pitchflow/images/3_Free_Digital_Creator_Studio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0" y="4572000"/>
            <a:ext cx="5588000" cy="3810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RedNote Studio - 小红书 AI 视频笔记生成 Skill</dc:title>
  <dc:subject>RedNote Studio - 小红书 AI 视频笔记生成 Skill</dc:subject>
  <dc:creator>Kimi</dc:creator>
  <cp:lastModifiedBy>Kimi</cp:lastModifiedBy>
  <cp:revision>1</cp:revision>
  <dcterms:created xsi:type="dcterms:W3CDTF">2026-06-20T10:02:03Z</dcterms:created>
  <dcterms:modified xsi:type="dcterms:W3CDTF">2026-06-20T10:02:03Z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{"Label":"RedNote Studio - 小红书 AI 视频笔记生成 Skill","ContentProducer":"001191110108MACG2KBH8F10000","ProduceID":"19ee4722-5902-89c8-8000-0000356cf6c8","ReservedCode1":"","ContentPropagator":"001191110108MACG2KBH8F20000","PropagateID":"19ee46dc-01a2-800e-8000-09873817a406","ReservedCode2":""}</vt:lpwstr>
  </property>
</Properties>
</file>