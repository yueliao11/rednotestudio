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/>
            </a:pPr>
            <a:r>
              <a:t>RedNote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小红书 AI 视频笔记生成 Skill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创作者的痛点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/>
            </a:pPr>
            <a:r>
              <a:t>小红书需要大量短视频笔记，但写稿、配音、剪辑太耗时</a:t>
            </a:r>
          </a:p>
          <a:p>
            <a:pPr>
              <a:spcAft>
                <a:spcPts val="1800"/>
              </a:spcAft>
              <a:defRPr sz="2800"/>
            </a:pPr>
            <a:r>
              <a:t>手里已有 PPT、讲义、产品资料，却难以快速复用</a:t>
            </a:r>
          </a:p>
          <a:p>
            <a:pPr>
              <a:spcAft>
                <a:spcPts val="1800"/>
              </a:spcAft>
              <a:defRPr sz="2800"/>
            </a:pPr>
            <a:r>
              <a:t>多账号运营需要稳定、可批量复制的视频生产能力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一键生成：PPT → 中文语音视频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/>
            </a:pPr>
            <a:r>
              <a:t>上传 PPTX，Agent 自动提取标题与要点</a:t>
            </a:r>
          </a:p>
          <a:p>
            <a:pPr>
              <a:spcAft>
                <a:spcPts val="1800"/>
              </a:spcAft>
              <a:defRPr sz="2800"/>
            </a:pPr>
            <a:r>
              <a:t>自动生成自然中文讲稿，支持自定义脚本</a:t>
            </a:r>
          </a:p>
          <a:p>
            <a:pPr>
              <a:spcAft>
                <a:spcPts val="1800"/>
              </a:spcAft>
              <a:defRPr sz="2800"/>
            </a:pPr>
            <a:r>
              <a:t>edge-tts 合成中文女声/男声神经语音</a:t>
            </a:r>
          </a:p>
          <a:p>
            <a:pPr>
              <a:spcAft>
                <a:spcPts val="1800"/>
              </a:spcAft>
              <a:defRPr sz="2800"/>
            </a:pPr>
            <a:r>
              <a:t>ffmpeg 输出 1080P MP4，自带同步字幕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专为小红书优化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/>
            </a:pPr>
            <a:r>
              <a:t>输出 1080P 横版视频，可裁剪为 3:4/9:16 竖版</a:t>
            </a:r>
          </a:p>
          <a:p>
            <a:pPr>
              <a:spcAft>
                <a:spcPts val="1800"/>
              </a:spcAft>
              <a:defRPr sz="2800"/>
            </a:pPr>
            <a:r>
              <a:t>自动生成 1080×1440 小红书封面海报</a:t>
            </a:r>
          </a:p>
          <a:p>
            <a:pPr>
              <a:spcAft>
                <a:spcPts val="1800"/>
              </a:spcAft>
              <a:defRPr sz="2800"/>
            </a:pPr>
            <a:r>
              <a:t>导出 SRT 字幕，可二次剪辑加花字</a:t>
            </a:r>
          </a:p>
          <a:p>
            <a:pPr>
              <a:spcAft>
                <a:spcPts val="1800"/>
              </a:spcAft>
              <a:defRPr sz="2800"/>
            </a:pPr>
            <a:r>
              <a:t>结构化 metadata，方便批量管理内容资产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三大应用场景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/>
            </a:pPr>
            <a:r>
              <a:t>知识博主：把课件/大纲批量转成口播短视频</a:t>
            </a:r>
          </a:p>
          <a:p>
            <a:pPr>
              <a:spcAft>
                <a:spcPts val="1800"/>
              </a:spcAft>
              <a:defRPr sz="2800"/>
            </a:pPr>
            <a:r>
              <a:t>品牌种草：产品资料一键生成带货解说视频</a:t>
            </a:r>
          </a:p>
          <a:p>
            <a:pPr>
              <a:spcAft>
                <a:spcPts val="1800"/>
              </a:spcAft>
              <a:defRPr sz="2800"/>
            </a:pPr>
            <a:r>
              <a:t>教育机构：讲义变成学生可反复观看的短视频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为什么是 Skill，不是剪辑软件？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/>
            </a:pPr>
            <a:r>
              <a:t>剪辑软件：人工写稿、配音、剪辑，学习成本高</a:t>
            </a:r>
          </a:p>
          <a:p>
            <a:pPr>
              <a:spcAft>
                <a:spcPts val="1800"/>
              </a:spcAft>
              <a:defRPr sz="2800"/>
            </a:pPr>
            <a:r>
              <a:t>RedNote Studio：上传 PPTX 即可，Agent 自动完成</a:t>
            </a:r>
          </a:p>
          <a:p>
            <a:pPr>
              <a:spcAft>
                <a:spcPts val="1800"/>
              </a:spcAft>
              <a:defRPr sz="2800"/>
            </a:pPr>
            <a:r>
              <a:t>API 化设计，可嵌入任何内容工作流</a:t>
            </a:r>
          </a:p>
          <a:p>
            <a:pPr>
              <a:spcAft>
                <a:spcPts val="1800"/>
              </a:spcAft>
              <a:defRPr sz="2800"/>
            </a:pPr>
            <a:r>
              <a:t>支持批量生产，适合矩阵号运营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未来：内容生产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/>
            </a:pPr>
            <a:r>
              <a:t>接收选题、链接或文档，自动生成 PPT 脚本</a:t>
            </a:r>
          </a:p>
          <a:p>
            <a:pPr>
              <a:spcAft>
                <a:spcPts val="1800"/>
              </a:spcAft>
              <a:defRPr sz="2800"/>
            </a:pPr>
            <a:r>
              <a:t>调用 RedNote Studio 生成多音色、多风格视频</a:t>
            </a:r>
          </a:p>
          <a:p>
            <a:pPr>
              <a:spcAft>
                <a:spcPts val="1800"/>
              </a:spcAft>
              <a:defRPr sz="2800"/>
            </a:pPr>
            <a:r>
              <a:t>自动导出封面、字幕和发布文案</a:t>
            </a:r>
          </a:p>
          <a:p>
            <a:pPr>
              <a:spcAft>
                <a:spcPts val="1800"/>
              </a:spcAft>
              <a:defRPr sz="2800"/>
            </a:pPr>
            <a:r>
              <a:t>对接小红书、抖音、B 站等内容平台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参赛宣言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/>
            </a:pPr>
            <a:r>
              <a:t>一个真实可运行的 AI 视频笔记生成 Skill</a:t>
            </a:r>
          </a:p>
          <a:p>
            <a:pPr>
              <a:spcAft>
                <a:spcPts val="1800"/>
              </a:spcAft>
              <a:defRPr sz="2800"/>
            </a:pPr>
            <a:r>
              <a:t>端到端：PPT 解析 → 中文讲稿 → 语音 → 视频 → 封面</a:t>
            </a:r>
          </a:p>
          <a:p>
            <a:pPr>
              <a:spcAft>
                <a:spcPts val="1800"/>
              </a:spcAft>
              <a:defRPr sz="2800"/>
            </a:pPr>
            <a:r>
              <a:t>让每一份内容资料，都能被听见、被看见、被传播</a:t>
            </a:r>
          </a:p>
          <a:p>
            <a:pPr>
              <a:spcAft>
                <a:spcPts val="1800"/>
              </a:spcAft>
              <a:defRPr sz="2800"/>
            </a:pPr>
            <a:r>
              <a:t>RedNote Studio：人人都是小红书视频创作者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